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 5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de Comparación Simultánea y Sistemas de Retroalimentación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las Taxias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y Comportamiento Adaptable · Psicología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la Clase (2 horas)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— El problema adaptativo: taxias y comparación simultánea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Simetría bilateral como salto evolutivo de ingeniería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Tropotaxia / fototaxia: cómo funciona y evidencia experimental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— El mecanismo general: sistemas de retroalimentación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lazo, componentes, tipos (negativa, positiva, abierto)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Formalización: ganancia, dinámica y las cuatro preguntas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k · (S_der − S_izq) · Transitorio vs. estado estacionario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 — La limitación fundamental y el puente al aprendizaje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 vs. anticipatorio · Feedback vs. feedforward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Contexto: ¿Dónde estamos?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4 — Ascenso de colina (kinesis): comparación SUCESIVA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sensor, compara el presente con el pasado inmediato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dirección explícita, trayectoria sinuosa, requiere memoria de corto plazo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5 — Taxias: comparación SIMULTÁNEA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sensores bilaterales, comparan el mundo al mismo tiempo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codificada directamente en la diferencia entre sensores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comportamiento inteligente es, en esencia, la reducción continua de la discrepancia entre dónde estás y dónde quieres estar."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71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Adaptativo: Taxias y Comparación Simultánea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El Problema: Orientarse en el Espacio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polilla nocturna: solo tiene dos intensidades luminosas (una por lado)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adaptativo: ¿cómo usar esa información mínima para orientarse hacia la fuente?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con la bacteria (Cap. 4):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Bacteria: no necesita saber hacia dónde → estrategia estadística (lenta, sinuosa)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Polilla: extrae información direccional → orientación directa, rápida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problema en múltiples modalidades: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Fototaxia (polillas, cucarachas), quimiotaxia, fonotaxia, termotaxia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 en el estímulo; mismo mecanismo subyacente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Salto Evolutivo: Simetría Bilateral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sensor que se mueve → compara el mundo en distintos tiempos (comparación sucesiva)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sensores separados → comparan el mundo en distintos lugares al mismo tiempo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este arreglo, la dirección de la fuente queda codificada directamente en la diferencia entre lo que detecta el lado izquierdo y lo que detecta el lado derecho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moverse primero para saberlo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eficiencia; mayor costo de hardware (simetría bilateral)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La Solución: Tropotaxia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comportamiento (robot de 2 ruedas + 2 sensores):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sensor izquierdo &gt; sensor derecho → gira a la izquierda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sensor derecho &gt; sensor izquierdo → gira a la derecha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ambos iguales → sigue recto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del error queda codificada en el signo de la diferencia entre sensores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Fototaxia positiva: se gira en la dirección del receptor con mayor estimulación (aproximación)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Fototaxia negativa: se gira en dirección contraria (alejamiento) — ej. cucarachas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Fototaxia Positiva y Negativa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solidFill>
            <a:srgbClr val="EAECEE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figura: trayectorias en tubo, positiva izquierda / negativa derecha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organismo en el centro se mueve hacia la fuente (positiva) o se aleja de ella (negativa), describiendo una trayectoria en espiral. [Insertar figura de diapositiva 8 de la presentación original]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Experimental 1: Cubrir un Ojo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mecanismo depende de la comparación bilateral, ¿qué pasa si se elimina un receptor?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Predicción: la comparación siempre favorece el lado con ojo funcional → señal de giro nunca se cancela → giro continuo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observado: la polilla (o cucaracha) con un ojo cubierto vuela en círculos continuos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del giro depende de qué ojo está disponible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el comportamiento normal depende de la DIFERENCIA entre sensores, no del nivel absoluto de estimulación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Efecto de Cubrir un Ojo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solidFill>
            <a:srgbClr val="EAECEE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figura: trayectorias con ceguera unilateral — giro continuo en distinta dirección según ojo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Filas: oscuridad / luz arriba / haz de luz. Columnas: ojo izquierdo ciego vs. ojo derecho ciego. [Insertar figura de diapositiva 13 de la presentación original]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Experimental 2: Dos Fuentes Equidistantes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ambas fuentes están a igual distancia, ambos ojos reciben la misma estimulación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bilateral = 0 → señal de giro = 0 → el animal se mueve en LÍNEA RECTA entre las fuentes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exactamente lo que ocurre (experimento con cochinillas)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cuando la proximidad a una fuente rompe la simetría → giro brusco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limpio para demostrar que el controlador es la DISPARIDAD, no la intensidad absoluta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Dos Fuentes Equidistantes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solidFill>
            <a:srgbClr val="EAECEE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figura: trayectorias de cochinilla con dos fuentes — línea recta y brusco giro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trayectorias reales muestran movimiento en línea recta entre fuentes y brusco cambio de dirección al acercarse a una de ellas. [Insertar figura de diapositiva 11 de la presentación original]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71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General: Sistemas de Retroalimentación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 La Causalidad Circular: Más allá del Estímulo → Respuesta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acostumbrados a pensar la relación organismo-entorno como unidireccional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en la mayoría de los casos conductualmente interesantes: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del organismo modifica el entorno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modificado cambia el estímulo que controla la respuesta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alta → sudoración → reduce temperatura → reduce sudoración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Bebé succiona → extrae leche → estimula producción de leche → controla succión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causalidad no va de A→B, sino que forma un LAZO CERRADO (A y B se codeterminan mutuamente)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de Retroalimentación: Definición Formal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por DOS ECUACIONES SIMULTÁNEAS: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G(X)   Función de control / del organismo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X = E(C)   Función de retroalimentación / del entorno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comportamiento (output) · X = propiedad del entorno (input)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ecuaciones están acopladas: C depende de X, pero X depende de 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fototaxia: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tasa de giro · X = disparidad bilateral entre los dos ojos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 modifica el ángulo → modifica la disparidad → modifica el giro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 — Diagrama del Sistema de Retroalimentación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solidFill>
            <a:srgbClr val="EAECEE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figura: dos cajas en lazo cerrado O(x) y E(y)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stimulus (x) → O(x) [Organismo] → Response (y) → E(y) [Entorno] → x. [Insertar figura de diapositiva 19 de la presentación original]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Cuatro Componentes del Lazo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— mide el estado actual de la variable relevante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ojos compuestos de la mariposa que detectan intensidad luminosa bilateral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— calcula la discrepancia: señal de error = estado actual − estado deseado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circuito neural que resta la activación de un ojo de la del otro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— transforma la señal de error en una acción (función de control)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regla que convierte la disparidad bilateral en una tasa de giro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EFECTOR — ejecuta la acción y al hacerlo modifica el entorno, cerrando el lazo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músculos de las alas que producen el giro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Diagrama con Comparador y Set Point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solidFill>
            <a:srgbClr val="EAECEE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figura: diagrama con comparador, efector (calefactor/AC), sensor, señal de error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Output → Comparator → Error signal → Effectors → Output; Sensor + Feedback signal cierran el lazo. [Insertar figura de diapositiva 25 de la presentación original]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Cerrados vs. Sistemas Abiertos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05840"/>
            <a:ext cx="0" cy="3657600"/>
          </a:xfrm>
          <a:prstGeom prst="line">
            <a:avLst/>
          </a:prstGeom>
          <a:noFill/>
          <a:ln w="12700">
            <a:solidFill>
              <a:srgbClr val="AEB6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CERRADO (con retroalimentación)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ABIERTO (sin retroalimentación)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" y="146304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modifica la variable que lo controla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retroalimentación "cierra el lazo"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alcanzar y mantener un equilibrio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termorregulación, fototaxia, calefactor con termostato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succión del bebé → producción de leche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NO modifica la variable que lo controla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corrección en base al efecto de la acción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alcanzar equilibrio por sí solo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calefactor siempre encendido, planta que cierra hojas ante vibración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cubrir un ojo en tropotaxia → giro continuo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Retroalimentación Negativa vs. Positiva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05840"/>
            <a:ext cx="0" cy="3657600"/>
          </a:xfrm>
          <a:prstGeom prst="line">
            <a:avLst/>
          </a:prstGeom>
          <a:noFill/>
          <a:ln w="12700">
            <a:solidFill>
              <a:srgbClr val="AEB6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RETROALIMENTACIÓN NEGATIVA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RETROALIMENTACIÓN POSITIVA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" y="146304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REDUCE la señal de error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contrarresta la desviación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"Negativo" = signo opuesto al error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alcanzar y mantener equilibrio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termorregulación, fototaxia (aproximación)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conductor que gira para mantenerse en carril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AMPLIFICA la señal de error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incrementa la desviación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transiciones rápidas y decisivas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Inherentemente inestable; no sirve para orientación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apertura de canales de sodio (potencial de acción)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contracciones del parto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Niveles de Análisis (Marr)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COMPUTACIONAL — ¿cuál es el problema adaptativo?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Orientarse hacia una fuente de estimulación de forma rápida y robusta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ALGORÍTMICO — ¿cuál es el mecanismo?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simultánea, cálculo de señal de error, función de control → tasa de giro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IMPLEMENTACIÓN — ¿cómo se realiza físicamente?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circuitos neurales, fotorreceptores, músculos específicos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polilla, un robot de dos ruedas y un termostato comparten la misma arquitectura algorítmica aunque su implementación sea completamente diferente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71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III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Formalización: Ganancia, Dinámica y las Cuatro Preguntas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La Función de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005840"/>
            <a:ext cx="640080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 = k · (S_der − S_izq)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tasa de giro   ·   S_der, S_izq = estimulación de cada sensor   ·   k = ganancia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S_der &gt; S_izq → fuente a la derecha → ω &gt; 0 (gira a la derecha)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S_izq &gt; S_der → fuente a la izquierda → ω &lt; 0 (gira a la izquierda)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S_der = S_izq → error = 0 → ω = 0 (sigue recto)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Fototaxia positiva: k &gt; 0 · Fototaxia negativa: k &lt; 0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Ganancia k — Un Parámetro Central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es qué tan importante es para el organismo una diferencia dada entre sus sensores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alto: diferencias pequeñas → giros grandes (muy sensible a la disparidad)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bajo: se necesitan diferencias grandes para producir giros apreciables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signo de k define si el sistema busca o evita la fuente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 del tema de aprendizaje: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es análogo al "peso" que el organismo asigna a la discrepancia entre predicción y realidad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modelos de aprendizaje, este parámetro es modificable por experiencia (tasa de aprendizaje α)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Preguntas ante Cualquier Sistema de Retroalimentación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¿Tiene el sistema un equilibrio?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¿Cuál es ese equilibrio?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¿Cómo llega el sistema al equilibrio? (dinámica)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¿Cómo responde ante una perturbación abrupta? (robustez)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preguntas estructuran el análisis tanto del sistema de fototaxia más simple como del mecanismo de homeostasis más complejo, y las encontraremos repetidas en los modelos de aprendizaje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1 y 2: Existencia y Valor del Equilibrio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1: ¿Tiene equilibrio?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El equilibrio ocurre cuando ω = 0 (señal de error = 0)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2: ¿Cuál es el equilibrio?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0 cuando S_der = S_izq, lo que ocurre cuando el organismo apunta directamente hacia la fuente (ángulo θ = 0°)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segundo equilibrio matemático en θ = 180° (apuntando en sentido opuesto) pero es INESTABLE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perturbación mínima empuja al sistema lejos de θ = 180° y lo lleva hacia θ = 0°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equilibrio adaptativo —orientado hacia la fuente— es el único estable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3: Dinámica — ¿Cómo llega al Equilibrio?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de error (disparidad bilateral) es proporcional al ángulo 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Ángulo grande → error grande → giro grande (cuando más lo necesitas)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Ángulo pequeño → error pequeño → giro pequeño (ya casi orientado)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 correctivo se desacelera conforme se acerca al equilibrio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la trayectoria en ESPIRAL que cierra progresivamente hacia la fuente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Distinción importante: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TRANSITORIO: período de ajuste desde condiciones iniciales hasta el equilibrio (la espiral)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ESTACIONARIO: comportamiento una vez alcanzado el equilibrio (orientado)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 — Transitorio vs. Estado Estacionario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solidFill>
            <a:srgbClr val="EAECEE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figura: curva de transitorio → steady state → perturbación → nuevo transitorio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(eje vertical) vs. tiempo (eje horizontal): fase transitoria de ajuste, estado estacionario, perturbación y nuevo transitorio. [Insertar figura de diapositiva 37 de la presentación original]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4: Respuesta ante Perturbaciones — Robustez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retroalimentación: una perturbación (ráfaga de viento) desvía al organismo de forma permanente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retroalimentación negativa: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ángulo genera nueva disparidad → nueva señal de error → giro correctivo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perturbación es compensada sin ninguna "decisión" explícita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adicional: la robustez es INDEPENDIENTE de la ganancia k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 joven (k pequeño, músculos débiles) y adulto (k grande) llegan ambos a θ = 0°, solo a velocidades distintas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abrir el lazo: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cubrir un ojo → sistema abierto → giro continuo sin orientación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Points: Regulación vs. Servomecanismo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sistemas con Set Point, la señal de error es el resultado de un comparador: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Xo − X   (donde Xo = valor deseado, X = estado actual)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REGULACIÓN: el valor Xo es INTERNO al sistema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temperatura corporal 37°C — el set point está fisiológicamente determinado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SERVOMECANISMO: el valor Xo es EXTERNO al sistema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 fijo: calefactor con termostato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 variable: perseguir una presa en movimiento (el set point cambia en tiempo real)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más complejo: blanco en movimiento aleatorio (ej. proyectil antiáreo)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471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IV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Limitación Fundamental y el Puente hacia el Aprendizaje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 La Limitación Fundamental: Reactividad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de retroalimentación son completamente REACTIVOS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al error PRESENTE, no a la anticipación del error FUTURO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esclavos del presente: incapaces de anticipar lo que viene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Funcionan bien en entornos estables y locales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Fallan cuando el entorno es impredecible o hay demoras largas entre error y corrección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ilustrativo: el conductor y las gasolineras →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Conductor y las Gasolineras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REACTIVO: carga cuando el tanque está casi vacío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retroalimentación pura: responde al estado actual del tanque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gasolineras frecuentes; falla en tramos largos sin estaciones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EXPERIMENTADO: carga antes de un tramo largo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aprendido la distribución espacial de las gasolineras en su ruta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responde al tanque actual; responde a una PREDICCIÓN sobre necesidades futuras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no es el hardware (mismo tablero, mismo tanque, mismo pie)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 conocimiento aprendido sobre relaciones predictivas en el entorno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Retroalimentación (Feedback) vs. Control Anticipatorio (Feedforward)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05840"/>
            <a:ext cx="0" cy="3657600"/>
          </a:xfrm>
          <a:prstGeom prst="line">
            <a:avLst/>
          </a:prstGeom>
          <a:noFill/>
          <a:ln w="12700">
            <a:solidFill>
              <a:srgbClr val="AEB6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(Retroalimentación)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FEEDFORWARD (Anticipatorio)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" y="146304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que controla el comportamiento es el ERROR ACTUAL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espera a que ocurra la desviación para corregirla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conocimiento del entorno ni aprendizaje previo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ante perturbaciones inesperadas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ante demoras largas o entornos muy dinámicos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que controla el comportamiento es una PREDICCIÓN del error futuro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actúa antes de que aparezca la desviación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modelo aprendido del entorno (relaciones predictivas)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 cuando el entorno es predecible y conocido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complementa con el feedback (no lo reemplaza)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El Puente hacia el Aprendizaje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Ascenso de colina (Cap. 4) y retroalimentación (Cap. 5): mecanismos sin aprendizaje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comparten la misma limitación: responden al mundo tal como es AHORA, no como SERÁ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sobrevivir en un mundo donde eventos pasados predicen eventos futuros: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organismo necesita modificar su comportamiento basándose en experiencia acumulada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aprender que cierto estímulo predice cierta consecuencia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ajustar su conducta ANTES de que la consecuencia llegue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el condicionamiento asociativo: el tema central del resto del libro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Condicionamiento Pavloviano, aprendizaje instrumental, modelos de reducción de error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Comparativa: Ascenso de Colina vs. Taxias / Retroalimentación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Característica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Ascenso de Colina (Cap. 4)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Taxias / Retroalimentación (Cap. 5)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comparación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Sucesiva (ahora vs. antes)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Simultánea (derecha vs. izquierda)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Sensores requeridos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solo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Bilaterales (dos)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direccional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(solo tendencia 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(dirección inmediata)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de convergencia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Lenta, sinuosa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Rápida, espiral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memoria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(valor previo)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(comparación instantánea)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Robustez ante perturbaciones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Anticipación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(también reactivo)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de Reflexión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¿Es A) ascenso de colina, B) taxia, C) regulación, o D) sistema abierto? · murciélago ajusta dirección por diferencia temporal del eco entre oídos · planta cierra hojas ante vibración · humano mantiene temperatura a 37°C · caracol navega hacia mayor humedad comparando con hace un minuto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Dibuja el lazo de retroalimentación para termorregulación. Identifica sensor, comparador, controlador, efector, función de retroalimentación, set point y señal de error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 ω = k·(S_der − S_izq) y k = 2: si S_der = 8, S_izq = 5 → ¿cuál es el giro? · Si en el siguiente paso S_der = S_izq = 6.5 → ¿qué significa?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¿Por qué un conductor experimentado representa una estrategia cualitativamente diferente a la retroalimentación pura? Identifica en tu propia experiencia un ejemplo de transición de estrategia reactiva a anticipatoria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Lecturas Recomendadas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868680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Fraenkel &amp; Gunn (1961). The Orientation of Animals. Dover.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tratado clásico. Caps. 2–4 cubren la evidencia experimental en taxias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Braitenberg (1984). Vehicles: Experiments in Synthetic Psychology. MIT Press.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joya conceptual. Comportamientos complejos emergentes de sistemas de retroalimentación simple. Breve y accesible — lectura ALTAMENTE recomendada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(1973). Behavior: The Control of Perception. Aldine.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radical: todo comportamiento animal es control de percepción mediante retroalimentación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Ashby (1956). An Introduction to Cybernetics. Chapman &amp; Hall.</a:t>
            </a:r>
            <a:endParaRPr lang="en-US" sz="16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fundamentos matemáticos. Caps. 1–3 son suficientes para este curso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7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Central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de retroalimentación son herramientas poderosas y ubicuas. Pero son completamente esclavos del presente. La necesidad de anticipar — de actuar sobre el futuro antes de que llegue — es la presión evolutiva que justifica la existencia misma del aprendizaje.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8046720" cy="0"/>
          </a:xfrm>
          <a:prstGeom prst="line">
            <a:avLst/>
          </a:prstGeom>
          <a:noFill/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capítulo: Condicionamiento Pavloviano — ¿Qué predice qué?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5: Algoritmos de Comparación Simultánea y Sistemas de Retroalimentación</dc:title>
  <dc:subject>PptxGenJS Presentation</dc:subject>
  <dc:creator>PptxGenJS</dc:creator>
  <cp:lastModifiedBy>PptxGenJS</cp:lastModifiedBy>
  <cp:revision>1</cp:revision>
  <dcterms:created xsi:type="dcterms:W3CDTF">2026-03-05T22:55:30Z</dcterms:created>
  <dcterms:modified xsi:type="dcterms:W3CDTF">2026-03-05T22:55:30Z</dcterms:modified>
</cp:coreProperties>
</file>